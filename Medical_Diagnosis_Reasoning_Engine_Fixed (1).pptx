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Engine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1214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Network-Based Probabilistic Diagnostic Inference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45720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43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Svara Haasini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|  Roll: 2520090170  |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Kuvira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|  Roll: 2520030192  |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Rishita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|  Roll: 2520030367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 Dr. G Sudhakar  |  Department of Computer Science &amp; Engineering  |  Title No. 06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Outline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777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/ Proposal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31720"/>
            <a:ext cx="777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3172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74720"/>
            <a:ext cx="777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7472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3657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1887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188720"/>
            <a:ext cx="777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18872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Overview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3317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331720"/>
            <a:ext cx="777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33172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715000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&amp; Architectures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34747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474720"/>
            <a:ext cx="777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47472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715000" y="3657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 Reasoning Engine  ·  Pure Python Bayesian Inference  ·  VS Code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— Medical Diagnosis Reasoning 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Abstract / Proposal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64008" cy="1417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" y="1481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" y="17830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&amp; symptoms modeled as nodes. Noisy-OR CPTs quantify causal relationships between parent diseases and symptom probabilities.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078992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78992"/>
            <a:ext cx="64008" cy="1417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115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19272" y="1481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9272" y="17830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Elimination (exact) via enumeration of all 2⁶ = 64 disease combinations using Python's itertools.product.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9320" y="1078992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1078992"/>
            <a:ext cx="64008" cy="1417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115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53912" y="1481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Output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53912" y="17830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probabilities ranked by delta Δ from prior. Belief-update trace shows how each symptom shifts disease likelihoods.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615184"/>
            <a:ext cx="8503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2697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Abstract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2999232"/>
            <a:ext cx="81381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 Reasoning Engine built entirely in pure Python — with no external ML libraries — models diseases and symptoms using the Noisy-OR probabilistic model. Six diseases (Flu, COVID, Allergy, Pneumonia, Dengue, Tuberculosis) and ten symptoms are encoded with disease priors and symptom-parent strengths.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symptoms are entered as evidence, the engine enumerates all 2⁶ = 64 disease combinations via itertools.product, computes joint probabilities, and marginalises to obtain exact posterior disease probabilities. A belief-update trace (explain_belief_update) shows how each observed symptom incrementally shifts every disease's probability, producing a fully transparent, step-by-step reasoning log. The system runs interactively in the VS Code terminal, functioning as both an intelligent diagnostic assistant and an educational platform for probabilistic reasoning.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 Reasoning Engine  ·  Pure Python · No External ML Libraries  ·  VS Code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 — Our Actual Development Machine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Hardware Requirements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8503920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4241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Specifications below reflect the actual laptop used to develop and run this project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44752"/>
            <a:ext cx="64008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517904"/>
            <a:ext cx="822960" cy="21945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5179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48056" y="155448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41832" y="15361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1832" y="175564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Ryzen 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" y="21122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multi-core CPU — handles 64-combo enumeration instantly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6060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06040"/>
            <a:ext cx="64008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2679192"/>
            <a:ext cx="822960" cy="21945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6791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8056" y="271576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1832" y="2697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41832" y="291693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 DDR4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" y="32735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for Python runtime, VS Code, and all in-memory inference state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767328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767328"/>
            <a:ext cx="64008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6160" y="3840480"/>
            <a:ext cx="822960" cy="21945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8404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48056" y="387705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41832" y="38587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41832" y="407822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356 GB SSD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8056" y="4434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files, Python 3.9+ install, and VS Code all fit with room to spare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81728" y="1444752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81728" y="1444752"/>
            <a:ext cx="64008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27848" y="1517904"/>
            <a:ext cx="822960" cy="21945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27848" y="15179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09744" y="155448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03520" y="15361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03520" y="175564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 × 1080  Full HD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9744" y="21122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terminal output — belief trace tables display cleanly in VS Code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81728" y="26060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81728" y="2606040"/>
            <a:ext cx="64008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27848" y="2679192"/>
            <a:ext cx="822960" cy="21945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27848" y="26791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809744" y="271576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303520" y="2697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03520" y="291693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Integrated Radeon Graphics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09744" y="32735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GPU needed — pure Python inference runs entirely on CPU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81728" y="3767328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81728" y="3767328"/>
            <a:ext cx="64008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27848" y="3840480"/>
            <a:ext cx="822960" cy="21945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27848" y="38404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809744" y="387705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🪟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5303520" y="38587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303520" y="407822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 (64-bit)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809744" y="4434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 and VS Code are fully supported on Windows 11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 Reasoning Engine  ·  AMD Ryzen 7 · 16 GB RAM · 356 GB SSD · FHD 1080p · Windows 11 · VS Code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Software Requirements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48463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64008" cy="1097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704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42646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/ Windows 11  (64-bit)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48463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94560"/>
            <a:ext cx="64008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860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54203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  (used throughout the project)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310128"/>
            <a:ext cx="48463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310128"/>
            <a:ext cx="64008" cy="10972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015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Editor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  (VS Code)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writing &amp; running the project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40680" y="1097280"/>
            <a:ext cx="338328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40680" y="1097280"/>
            <a:ext cx="64008" cy="32735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11704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Standard Libraries Used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23560" y="14447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third-party packages — pure Python only)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23560" y="1737360"/>
            <a:ext cx="9144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1737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itertools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29400" y="17190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itertools.product() — Enumerates all 2⁶=64 disease combinations for exact inference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23560" y="2377440"/>
            <a:ext cx="9144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2377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29400" y="23591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deepcopy() — Safe copying of state dictionaries during belief updates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23560" y="3017520"/>
            <a:ext cx="9144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__main__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29400" y="29992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__name__ == '__main__' — Script entry point; runs scenarios + interactive mode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23560" y="3657600"/>
            <a:ext cx="9144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print/input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29400" y="36393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I/O — Terminal-based interactive symptom input and tabular result display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4297680"/>
            <a:ext cx="8503920" cy="475488"/>
          </a:xfrm>
          <a:prstGeom prst="rect">
            <a:avLst/>
          </a:prstGeom>
          <a:solidFill>
            <a:srgbClr val="EAF4F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33425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Accuracy:  Exact inference — 100% correct posteriors for the defined Noisy-OR model (no approximation error).  All 2⁶ = 64 disease states enumerated per query.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 Reasoning Engine  ·  Pure Python 3.9+ · VS Code · No External Libraries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Development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Methodology Overview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16152"/>
            <a:ext cx="420624" cy="420624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16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133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1408176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6 diseases &amp; 10 symptoms. Assign disease priors (PRIORS dict) and symptom-parent strengths (SYMPTOM_PARENTS dict). LEAK = 0.02 for background noise.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1773936"/>
            <a:ext cx="0" cy="64008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837944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975104"/>
            <a:ext cx="420624" cy="420624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975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1892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CPT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2167128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noisy_or_prob() computes P(symptom | disease_states) using the Noisy-OR formula. Accounts for multiple parent diseases activating the same symptom independently.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2532888"/>
            <a:ext cx="0" cy="64008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596896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2734056"/>
            <a:ext cx="420624" cy="420624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734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Inference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2926080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infer_posteriors() enumerates all 2⁶ = 64 disease combinations via itertools.product. Computes joint weight = P(diseases) × P(symptoms | diseases). Marginalises to get posteriors.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" y="3291840"/>
            <a:ext cx="0" cy="64008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355848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493008"/>
            <a:ext cx="420624" cy="420624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2688" y="3410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Trace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" y="3685032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explain_belief_update() adds one symptom at a time and re-runs inference. Shows the direction (up/dn/--) and delta Δ for every disease probability after each new observation.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" y="4050792"/>
            <a:ext cx="0" cy="64008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114800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" y="4251960"/>
            <a:ext cx="420624" cy="420624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32688" y="4169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Runner &amp; Interactive Mode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2688" y="4443984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run_scenario() prints a formatted text table (print_table). 6 pre-built clinical cases + interactive terminal mode for live user diagnosis via yes/no symptom input.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 Reasoning Engine  ·  Pure Python Methodology  ·  VS Code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1 — MYCIN (Rule-Based Expert System)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Existing Systems &amp; Architectures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466344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521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MYCIN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at Stanford University in the 1970s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diagnose bacterial blood infections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rule base of ~600 IF-THEN production rules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Factors (CF) model uncertainty instead of probabilities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 fires applicable rules via forward chaining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facility answers WHY and HOW questions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Cannot update beliefs incrementally; no graphical structure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257800" y="1078992"/>
            <a:ext cx="35661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40680" y="1152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32120" y="1536192"/>
            <a:ext cx="310896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5361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Symptoms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Lab Values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86600" y="2130552"/>
            <a:ext cx="0" cy="210312"/>
          </a:xfrm>
          <a:prstGeom prst="line">
            <a:avLst/>
          </a:prstGeom>
          <a:noFill/>
          <a:ln w="19050">
            <a:solidFill>
              <a:srgbClr val="6B7C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2340864"/>
            <a:ext cx="310896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34086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(600+ IF-THEN Rules)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86600" y="2935224"/>
            <a:ext cx="0" cy="210312"/>
          </a:xfrm>
          <a:prstGeom prst="line">
            <a:avLst/>
          </a:prstGeom>
          <a:noFill/>
          <a:ln w="19050">
            <a:solidFill>
              <a:srgbClr val="6B7C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32120" y="3145536"/>
            <a:ext cx="310896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314553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(Forward Chaining)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86600" y="3739896"/>
            <a:ext cx="0" cy="210312"/>
          </a:xfrm>
          <a:prstGeom prst="line">
            <a:avLst/>
          </a:prstGeom>
          <a:noFill/>
          <a:ln w="19050">
            <a:solidFill>
              <a:srgbClr val="6B7C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32120" y="3950208"/>
            <a:ext cx="3108960" cy="594360"/>
          </a:xfrm>
          <a:prstGeom prst="rect">
            <a:avLst/>
          </a:prstGeom>
          <a:solidFill>
            <a:srgbClr val="0E7C7B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39502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+ Treatment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 Reasoning Engine  ·  Existing System Comparison  ·  MYCIN (1970s, Stanford)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1 Architecture — MYCIN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Existing Systems &amp; Architectures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Clinician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256032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Module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2011680"/>
            <a:ext cx="256032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56032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(WHY/HOW)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45920" y="2926080"/>
            <a:ext cx="2560320" cy="548640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45920" y="2926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Base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(IF-THEN + CF)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0" y="2926080"/>
            <a:ext cx="2560320" cy="548640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926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(Forward Chaining)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0" y="3840480"/>
            <a:ext cx="2286000" cy="548640"/>
          </a:xfrm>
          <a:prstGeom prst="rect">
            <a:avLst/>
          </a:prstGeom>
          <a:solidFill>
            <a:srgbClr val="6B7C9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82880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(Context)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0" y="3840480"/>
            <a:ext cx="2286000" cy="548640"/>
          </a:xfrm>
          <a:prstGeom prst="rect">
            <a:avLst/>
          </a:prstGeom>
          <a:solidFill>
            <a:srgbClr val="F0A50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Output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Recommendations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 Reasoning Engine  ·  MYCIN Architecture  ·  Rule-Based, No Probabilistic Graph</a:t>
            </a:r>
            <a:endParaRPr lang="en-US" sz="900" dirty="0"/>
          </a:p>
        </p:txBody>
      </p:sp>
      <p:sp>
        <p:nvSpPr>
          <p:cNvPr id="40" name="Arrow 40"/>
          <p:cNvSpPr/>
          <p:nvPr/>
        </p:nvSpPr>
        <p:spPr>
          <a:xfrm>
            <a:off x="4572000" y="1645920"/>
            <a:ext cx="9144" cy="365760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41" name="HArrow 41"/>
          <p:cNvSpPr/>
          <p:nvPr/>
        </p:nvSpPr>
        <p:spPr>
          <a:xfrm flipH="1">
            <a:off x="2926080" y="1920240"/>
            <a:ext cx="1645920" cy="9144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42" name="HArrow 42"/>
          <p:cNvSpPr/>
          <p:nvPr/>
        </p:nvSpPr>
        <p:spPr>
          <a:xfrm>
            <a:off x="4572000" y="1920240"/>
            <a:ext cx="1645920" cy="9144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43" name="Arrow 43"/>
          <p:cNvSpPr/>
          <p:nvPr/>
        </p:nvSpPr>
        <p:spPr>
          <a:xfrm>
            <a:off x="1645920" y="2560320"/>
            <a:ext cx="9144" cy="365760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44" name="Arrow 44"/>
          <p:cNvSpPr/>
          <p:nvPr/>
        </p:nvSpPr>
        <p:spPr>
          <a:xfrm>
            <a:off x="4572000" y="2560320"/>
            <a:ext cx="9144" cy="182880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45" name="HArrow 45"/>
          <p:cNvSpPr/>
          <p:nvPr/>
        </p:nvSpPr>
        <p:spPr>
          <a:xfrm flipH="1">
            <a:off x="4206240" y="2743200"/>
            <a:ext cx="365760" cy="9144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46" name="HArrow 46"/>
          <p:cNvSpPr/>
          <p:nvPr/>
        </p:nvSpPr>
        <p:spPr>
          <a:xfrm>
            <a:off x="4572000" y="2743200"/>
            <a:ext cx="365760" cy="9144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47" name="Arrow 47"/>
          <p:cNvSpPr/>
          <p:nvPr/>
        </p:nvSpPr>
        <p:spPr>
          <a:xfrm>
            <a:off x="2926080" y="3474720"/>
            <a:ext cx="9144" cy="365760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48" name="Arrow 48"/>
          <p:cNvSpPr/>
          <p:nvPr/>
        </p:nvSpPr>
        <p:spPr>
          <a:xfrm>
            <a:off x="6217920" y="3474720"/>
            <a:ext cx="9144" cy="365760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2 — Naïve Bayes Symptom Checker (Ada Health)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Existing Systems &amp; Architectures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466344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5214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Ada Health / Naïve Bayes Approach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Health uses probabilistic reasoning with symptom-disease mappings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model: Naïve Bayes — assumes conditional independence of symptoms given disease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P(Disease | Symptoms) computed via Bayes theorem without a graph structure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large clinical datasets; outputs ranked disease probability list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graph or belief propagation; correlations between symptoms ignored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Conditional independence assumption reduces accuracy for correlated symptoms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257800" y="1078992"/>
            <a:ext cx="35661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40680" y="1152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32120" y="1536192"/>
            <a:ext cx="310896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5361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 Symptoms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86600" y="2130552"/>
            <a:ext cx="0" cy="210312"/>
          </a:xfrm>
          <a:prstGeom prst="line">
            <a:avLst/>
          </a:prstGeom>
          <a:noFill/>
          <a:ln w="19050">
            <a:solidFill>
              <a:srgbClr val="6B7C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2340864"/>
            <a:ext cx="310896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34086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Encoding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86600" y="2935224"/>
            <a:ext cx="0" cy="210312"/>
          </a:xfrm>
          <a:prstGeom prst="line">
            <a:avLst/>
          </a:prstGeom>
          <a:noFill/>
          <a:ln w="19050">
            <a:solidFill>
              <a:srgbClr val="6B7C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32120" y="3145536"/>
            <a:ext cx="310896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314553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Bayes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86600" y="3739896"/>
            <a:ext cx="0" cy="210312"/>
          </a:xfrm>
          <a:prstGeom prst="line">
            <a:avLst/>
          </a:prstGeom>
          <a:noFill/>
          <a:ln w="19050">
            <a:solidFill>
              <a:srgbClr val="6B7C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32120" y="3950208"/>
            <a:ext cx="3108960" cy="594360"/>
          </a:xfrm>
          <a:prstGeom prst="rect">
            <a:avLst/>
          </a:prstGeom>
          <a:solidFill>
            <a:srgbClr val="0E7C7B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39502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Disease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Output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 Reasoning Engine  ·  Existing System Comparison  ·  Naïve Bayes / Ada Health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2 Architecture — Naïve Bayes Symptom Checker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Existing Systems &amp; Architectures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Symptom Input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 / Mobile App)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920240"/>
            <a:ext cx="274320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920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Encoding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200400" cy="548640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743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Probability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0" y="2743200"/>
            <a:ext cx="3200400" cy="548640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2743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Tables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P(symptom | disease)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3566160"/>
            <a:ext cx="274320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Bayes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Engine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11680" y="4389120"/>
            <a:ext cx="2286000" cy="548640"/>
          </a:xfrm>
          <a:prstGeom prst="rect">
            <a:avLst/>
          </a:prstGeom>
          <a:solidFill>
            <a:srgbClr val="6B7C9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4389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Probabilities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P(disease | symptoms)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4389120"/>
            <a:ext cx="2286000" cy="548640"/>
          </a:xfrm>
          <a:prstGeom prst="rect">
            <a:avLst/>
          </a:prstGeom>
          <a:solidFill>
            <a:srgbClr val="F0A50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4389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Diagnosis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 User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 Reasoning Engine  ·  Naïve Bayes Architecture  ·  No Graph Structure</a:t>
            </a:r>
            <a:endParaRPr lang="en-US" sz="900" dirty="0"/>
          </a:p>
        </p:txBody>
      </p:sp>
      <p:sp>
        <p:nvSpPr>
          <p:cNvPr id="40" name="Arrow 40"/>
          <p:cNvSpPr/>
          <p:nvPr/>
        </p:nvSpPr>
        <p:spPr>
          <a:xfrm>
            <a:off x="4572000" y="1645920"/>
            <a:ext cx="9144" cy="274320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41" name="Arrow 41"/>
          <p:cNvSpPr/>
          <p:nvPr/>
        </p:nvSpPr>
        <p:spPr>
          <a:xfrm>
            <a:off x="4572000" y="2468880"/>
            <a:ext cx="9144" cy="274320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42" name="HArrow 42"/>
          <p:cNvSpPr/>
          <p:nvPr/>
        </p:nvSpPr>
        <p:spPr>
          <a:xfrm flipH="1">
            <a:off x="3657600" y="2743200"/>
            <a:ext cx="914400" cy="9144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43" name="HArrow 43"/>
          <p:cNvSpPr/>
          <p:nvPr/>
        </p:nvSpPr>
        <p:spPr>
          <a:xfrm>
            <a:off x="4572000" y="2743200"/>
            <a:ext cx="914400" cy="9144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44" name="Arrow 44"/>
          <p:cNvSpPr/>
          <p:nvPr/>
        </p:nvSpPr>
        <p:spPr>
          <a:xfrm>
            <a:off x="2057400" y="3291840"/>
            <a:ext cx="9144" cy="274320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45" name="HArrow 45"/>
          <p:cNvSpPr/>
          <p:nvPr/>
        </p:nvSpPr>
        <p:spPr>
          <a:xfrm>
            <a:off x="2057400" y="3566160"/>
            <a:ext cx="1143000" cy="9144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46" name="Arrow 46"/>
          <p:cNvSpPr/>
          <p:nvPr/>
        </p:nvSpPr>
        <p:spPr>
          <a:xfrm>
            <a:off x="7086600" y="3291840"/>
            <a:ext cx="9144" cy="274320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47" name="HArrow 47"/>
          <p:cNvSpPr/>
          <p:nvPr/>
        </p:nvSpPr>
        <p:spPr>
          <a:xfrm flipH="1">
            <a:off x="5943600" y="3566160"/>
            <a:ext cx="1143000" cy="9144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48" name="Arrow 48"/>
          <p:cNvSpPr/>
          <p:nvPr/>
        </p:nvSpPr>
        <p:spPr>
          <a:xfrm>
            <a:off x="4572000" y="4114800"/>
            <a:ext cx="9144" cy="274320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49" name="HArrow 49"/>
          <p:cNvSpPr/>
          <p:nvPr/>
        </p:nvSpPr>
        <p:spPr>
          <a:xfrm flipH="1">
            <a:off x="3154680" y="4379976"/>
            <a:ext cx="1417320" cy="9144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50" name="HArrow 50"/>
          <p:cNvSpPr/>
          <p:nvPr/>
        </p:nvSpPr>
        <p:spPr>
          <a:xfrm>
            <a:off x="4572000" y="4379976"/>
            <a:ext cx="1417320" cy="9144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— Bayesian Medical Reasoning 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Proposed System &amp; Architecture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64008" cy="1600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" y="15910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Priors (PRIORS dict)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188366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diseases with prior probabilities: Flu 10%, COVID 5%, Allergy 20%, Pneumonia 4%, Dengue 3%, Tuberculosis 2%.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18688" y="107899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078992"/>
            <a:ext cx="64008" cy="1600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15910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CPT (SYMPTOM_PARENTS)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188366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symptom lists parent diseases with strengths. noisy_or_prob() computes P(symptom | disease_states) from these. LEAK = 0.02.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7899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78992"/>
            <a:ext cx="64008" cy="1600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91072" y="15910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Inference (infer_posteriors)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91072" y="188366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itertools.product enumerates all 2⁶ = 64 disease combos. Joint weight = P(diseases) × P(symptoms | diseases). Marginalised for posteriors.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81635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816352"/>
            <a:ext cx="64008" cy="1600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4632" y="33284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Trace (explain_belief_update)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" y="362102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one symptom at a time, re-runs inference, and prints direction arrows (up/dn/--) and delta Δ for each disease per step.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18688" y="281635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8688" y="2816352"/>
            <a:ext cx="64008" cy="1600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383280" y="33284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Table (print_table)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362102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aligned text table: Disease | Prior | Posterior | Delta Δ | Most Likely ⭐. No pandas required.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281635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816352"/>
            <a:ext cx="64008" cy="1600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291072" y="33284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Mode + Pre-built Scenarios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91072" y="362102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clinical scenarios (Flu, COVID, Allergy, Pneumonia, Dengue, TB) + terminal yes/no prompts for live personalised diagnosis.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498848"/>
            <a:ext cx="850392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517136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Accuracy: Exact inference — 100% correct posteriors for the defined Noisy-OR model.  6 diseases · 10 symptoms · 2⁶ = 64 combinations enumerated per query in Python 3.9+  ·  VS Code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 Reasoning Engine  ·  Pure Python 3.9+ · itertools · VS Code  ·  No External Libraries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 — Code-Level Component 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3.9+  ·  VS Code Terminal  ·  Windows 11  ·  AMD Ryzen 7 · 16 GB RAM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9144000" cy="3200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58952"/>
            <a:ext cx="256032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0" y="758952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92608" y="758952"/>
            <a:ext cx="1664208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813816"/>
            <a:ext cx="1517904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Input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032358"/>
            <a:ext cx="1517904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loop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yes / no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10 symptoms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048256" y="758952"/>
            <a:ext cx="2011680" cy="594360"/>
          </a:xfrm>
          <a:prstGeom prst="rect">
            <a:avLst/>
          </a:prstGeom>
          <a:solidFill>
            <a:srgbClr val="0D4B3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21408" y="813816"/>
            <a:ext cx="1865376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PRIORS dict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21408" y="1032358"/>
            <a:ext cx="1865376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Flu=0.10  COVID=0.05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Allergy=0.20  Pneumonia=0.04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Dengue=0.03  TB=0.02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51376" y="758952"/>
            <a:ext cx="2331720" cy="594360"/>
          </a:xfrm>
          <a:prstGeom prst="rect">
            <a:avLst/>
          </a:prstGeom>
          <a:solidFill>
            <a:srgbClr val="0D4B3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24528" y="813816"/>
            <a:ext cx="2185416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SYMPTOM_PARENTS dict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24528" y="1032358"/>
            <a:ext cx="2185416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symptoms mapped to parent diseases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causal strengths (0–1)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A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= 0.02 background noise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583680" y="758952"/>
            <a:ext cx="2267712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56832" y="813816"/>
            <a:ext cx="2121408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{ 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56832" y="1032358"/>
            <a:ext cx="2121408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→ 'yes' / 'no'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built from user input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as evidence to inference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0" y="1554480"/>
            <a:ext cx="256032" cy="566928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 rot="16200000">
            <a:off x="0" y="155448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048256" y="1554480"/>
            <a:ext cx="3767328" cy="548640"/>
          </a:xfrm>
          <a:prstGeom prst="rect">
            <a:avLst/>
          </a:prstGeom>
          <a:solidFill>
            <a:srgbClr val="0E665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121408" y="1609344"/>
            <a:ext cx="3621024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noisy_or_prob(symptom, disease_states)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67912" y="2221992"/>
            <a:ext cx="128016" cy="109728"/>
          </a:xfrm>
          <a:prstGeom prst="rect">
            <a:avLst/>
          </a:prstGeom>
          <a:solidFill>
            <a:srgbClr val="00C9B8"/>
          </a:solidFill>
          <a:ln w="12700">
            <a:solidFill>
              <a:srgbClr val="00C9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331720"/>
            <a:ext cx="256032" cy="75895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 rot="16200000">
            <a:off x="0" y="2331720"/>
            <a:ext cx="2560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92608" y="2331720"/>
            <a:ext cx="8558784" cy="758952"/>
          </a:xfrm>
          <a:prstGeom prst="rect">
            <a:avLst/>
          </a:prstGeom>
          <a:solidFill>
            <a:srgbClr val="1A3A6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4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65760" y="2386584"/>
            <a:ext cx="8412480" cy="333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infer_posteriors(observed)  —  EXACT BAYESIAN INFERENCE ENGINE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2680838"/>
            <a:ext cx="8412480" cy="394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itertools.product([True,False], repeat=6)  →  enumerate ALL 2⁶ = 64 disease state combinations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For each combo → P(diseases) = ∏ PRIORS    P(symptoms|diseases) = ∏ noisy_or_prob()    weight = P(diseases) × P(symptoms|diseases)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Marginalise → P(Disease=yes | observed) = Σ weight[combos where disease is active] / Σ all weights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0" y="3438144"/>
            <a:ext cx="256032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 rot="16200000">
            <a:off x="0" y="3438144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/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92608" y="3438144"/>
            <a:ext cx="3931920" cy="621792"/>
          </a:xfrm>
          <a:prstGeom prst="rect">
            <a:avLst/>
          </a:prstGeom>
          <a:solidFill>
            <a:srgbClr val="1A527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4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65760" y="3493008"/>
            <a:ext cx="378561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explain_belief_update(observed)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65760" y="3724168"/>
            <a:ext cx="3785616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ONE symptom at a time → re-runs infer_posteriors()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disease: old_P → new_P  [up / dn / --]  (+Δ / −Δ)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reasoning transparent — shows WHY a disease rises or falls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626864" y="3438144"/>
            <a:ext cx="4224528" cy="621792"/>
          </a:xfrm>
          <a:prstGeom prst="rect">
            <a:avLst/>
          </a:prstGeom>
          <a:solidFill>
            <a:srgbClr val="1A527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4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700016" y="3493008"/>
            <a:ext cx="4078224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run_scenario(title, symptoms)  +  Interactive Mode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194560" y="4133088"/>
            <a:ext cx="128016" cy="109728"/>
          </a:xfrm>
          <a:prstGeom prst="rect">
            <a:avLst/>
          </a:prstGeom>
          <a:solidFill>
            <a:srgbClr val="00C9B8"/>
          </a:solidFill>
          <a:ln w="12700">
            <a:solidFill>
              <a:srgbClr val="00C9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675120" y="4133088"/>
            <a:ext cx="128016" cy="109728"/>
          </a:xfrm>
          <a:prstGeom prst="rect">
            <a:avLst/>
          </a:prstGeom>
          <a:solidFill>
            <a:srgbClr val="00C9B8"/>
          </a:solidFill>
          <a:ln w="12700">
            <a:solidFill>
              <a:srgbClr val="00C9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0" y="4242816"/>
            <a:ext cx="256032" cy="603504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 rot="16200000">
            <a:off x="0" y="4242816"/>
            <a:ext cx="256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92608" y="4242816"/>
            <a:ext cx="3931920" cy="585216"/>
          </a:xfrm>
          <a:prstGeom prst="rect">
            <a:avLst/>
          </a:prstGeom>
          <a:solidFill>
            <a:srgbClr val="0E665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4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365760" y="4297680"/>
            <a:ext cx="3785616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print_table()  →  VS Code Terminal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65760" y="4512015"/>
            <a:ext cx="3785616" cy="30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libraries — pure Python aligned text table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| Prior P(D) | Posterior P(D|E) | Δ | ⭐ Most Likely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belief trace printed above final table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626864" y="4242816"/>
            <a:ext cx="4224528" cy="585216"/>
          </a:xfrm>
          <a:prstGeom prst="rect">
            <a:avLst/>
          </a:prstGeom>
          <a:solidFill>
            <a:srgbClr val="0E665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40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700016" y="4297680"/>
            <a:ext cx="4078224" cy="25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Ranked Diagnosis Output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700016" y="4512015"/>
            <a:ext cx="4078224" cy="30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sorted by posterior (highest first) · Exact inference — 100% correct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&lt;1 sec on AMD Ryzen 7 · 16 GB RAM · Windows 11 · VS Code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 Reasoning Engine  ·  Pure Python 3.9+ · itertools.product · 2⁶=64 combos · 100% Exact Inference  ·  AMD Ryzen 7 · VS Code · Windows 11</a:t>
            </a:r>
            <a:endParaRPr lang="en-US" sz="900" dirty="0"/>
          </a:p>
        </p:txBody>
      </p:sp>
      <p:sp>
        <p:nvSpPr>
          <p:cNvPr id="80" name="Arrow 80"/>
          <p:cNvSpPr/>
          <p:nvPr/>
        </p:nvSpPr>
        <p:spPr>
          <a:xfrm>
            <a:off x="3054096" y="1353312"/>
            <a:ext cx="9144" cy="201168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81" name="Arrow 81"/>
          <p:cNvSpPr/>
          <p:nvPr/>
        </p:nvSpPr>
        <p:spPr>
          <a:xfrm>
            <a:off x="5317236" y="1353312"/>
            <a:ext cx="9144" cy="201168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82" name="Arrow 82"/>
          <p:cNvSpPr/>
          <p:nvPr/>
        </p:nvSpPr>
        <p:spPr>
          <a:xfrm>
            <a:off x="3931920" y="2103120"/>
            <a:ext cx="9144" cy="228600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83" name="Arrow 83"/>
          <p:cNvSpPr/>
          <p:nvPr/>
        </p:nvSpPr>
        <p:spPr>
          <a:xfrm>
            <a:off x="7717536" y="1353312"/>
            <a:ext cx="9144" cy="475488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84" name="HArrow 84"/>
          <p:cNvSpPr/>
          <p:nvPr/>
        </p:nvSpPr>
        <p:spPr>
          <a:xfrm flipH="1">
            <a:off x="5815584" y="1829040"/>
            <a:ext cx="1901952" cy="9144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85" name="Arrow 85"/>
          <p:cNvSpPr/>
          <p:nvPr/>
        </p:nvSpPr>
        <p:spPr>
          <a:xfrm>
            <a:off x="2259168" y="3090672"/>
            <a:ext cx="9144" cy="347472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86" name="Arrow 86"/>
          <p:cNvSpPr/>
          <p:nvPr/>
        </p:nvSpPr>
        <p:spPr>
          <a:xfrm>
            <a:off x="6739128" y="3090672"/>
            <a:ext cx="9144" cy="347472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87" name="Arrow 87"/>
          <p:cNvSpPr/>
          <p:nvPr/>
        </p:nvSpPr>
        <p:spPr>
          <a:xfrm>
            <a:off x="2259168" y="4059936"/>
            <a:ext cx="9144" cy="182880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  <p:sp>
        <p:nvSpPr>
          <p:cNvPr id="88" name="Arrow 88"/>
          <p:cNvSpPr/>
          <p:nvPr/>
        </p:nvSpPr>
        <p:spPr>
          <a:xfrm>
            <a:off x="6739128" y="4059936"/>
            <a:ext cx="9144" cy="182880"/>
          </a:xfrm>
          <a:prstGeom prst="line">
            <a:avLst/>
          </a:prstGeom>
          <a:noFill/>
          <a:ln w="25400">
            <a:solidFill>
              <a:srgbClr val="475E87"/>
            </a:solidFill>
            <a:prstDash val="solid"/>
            <a:headEnd type="none"/>
            <a:tailEnd type="arrow" w="med" len="me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Diagnosis Reasoning Engine</dc:title>
  <dc:subject>PptxGenJS Presentation</dc:subject>
  <dc:creator>PptxGenJS</dc:creator>
  <cp:lastModifiedBy>PptxGenJS</cp:lastModifiedBy>
  <cp:revision>1</cp:revision>
  <dcterms:created xsi:type="dcterms:W3CDTF">2026-05-30T12:49:45Z</dcterms:created>
  <dcterms:modified xsi:type="dcterms:W3CDTF">2026-05-30T12:49:45Z</dcterms:modified>
</cp:coreProperties>
</file>